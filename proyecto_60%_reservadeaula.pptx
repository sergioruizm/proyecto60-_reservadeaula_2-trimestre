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43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3A1FF-9237-B8C5-5D40-18CF061F2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B831EF-2679-1EC8-10D5-67B99968F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954B8D-F3AA-86B3-F4F0-1983F712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79A90-96DF-9F08-F827-211132B8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9FB0F7-D8E7-10F2-4C56-8B11C540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124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ACF96-6DF3-BDC4-40ED-3CF62407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068798-39AF-267D-0EE7-381BB2C5E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2DF9D-AF3C-68A2-493C-91068ECE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E3B4A4-6693-E6DA-152B-DBA9375A8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BA155F-DB2B-BF45-E445-18436B7C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681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82C74-A3A1-1F5D-E893-9537DAEF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B0DE3B-F5B9-3375-0176-8F5ACD8CC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830C06-4352-F784-5267-51412C9D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C4C090-83D0-4A8B-4DA9-3016C4D8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FA3593-E8D3-C644-EAA6-A1C15C1B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307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53643-6EB4-AB43-B15C-6103FAEE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41B828-5493-6678-4F23-1018F83D7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AEC34E-F69C-E86C-C8F2-740897F0D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F11452-7EC8-C103-0605-3CEE06AF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DB81EE-9974-7AD4-4068-C4967183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B8978E-3374-300D-24A2-C8461BB4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89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77648-1433-27D1-E234-B8F2E7AA7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F4DC16-1E85-1229-B8F0-7553BF07C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75A3CA-A0F3-51BC-31D6-DDEEE255D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FBB4F-9938-B6F1-DF89-B5D7094C1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901702-5320-AC21-4D54-B8DEEF42C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FDC07F3-E6C2-987E-0F8A-0B05A274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E98EC8D-5D7F-4DF6-F68D-20BA445F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EBC807-EB9B-0526-7EF7-E73CC68A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717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E22C8-300D-A3F5-9A72-889A15F9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489D7DA-A81A-1A50-6110-517358CCF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B123BC-91C7-82F3-3AB6-CFF1EF6D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9C7F10-6ABB-BC78-A7C3-132AA034C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894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7F785A-DA1A-A8BE-C81F-FB486994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CA0562-3E8C-BD9C-B975-E7A56B3C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D69EA1-EA0E-1215-BC76-89E95482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111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0C405-6337-CD59-F4D5-5D361B79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F8150C-A760-E0C0-EB5D-94B6B4266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328DEE-23AC-3EB3-0E86-522E59093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646517-3C17-9494-AD53-48AFBD20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9841BB-2F4D-C39E-40CE-D18CA5830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271073-2E30-544D-588D-FD08DB09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276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F49A0-7E88-2598-424A-7EF16BB1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BB1CE57-1C88-4347-056B-E1A430DB6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27C905-6383-B4DF-EA90-F16AD01C3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96A30C-F63B-7F17-6016-BCF931D6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B06511-6CD6-4D76-AC61-E4FB741D2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CB05D7-9B77-2773-21D1-97828385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797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49392-897F-143B-BC34-B66725ED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101349-6B7E-D110-F855-46BD6ECA6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99493-9588-F40A-8D05-1E3C3360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D5C22E-5B5F-C80E-2C32-DB9B0379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8F73F9-2919-1636-29D5-234B5824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21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91325E-9283-BA1D-8061-58A69CD60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139811-B885-314F-BAC3-CF0943B1A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12A351-11B3-6714-89C9-45C1EFE9F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2A82E2-673F-407C-4BC6-49D05FB8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6B3846-767A-B9F1-E102-77057F2CE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298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8296434-EFFE-6F40-3CD6-180F4BA5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C43BC6-5498-ED00-BB3B-84E799F2C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FDC8F-89A8-EA39-C379-4E55623E6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0B58F-61BB-48C9-B7CA-8F7B00A6ECA2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8E9B32-3C88-BF72-2AD1-1E26B8008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7B1883-2D18-3986-5D9C-936BA6037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362C5-97F2-4AD1-9A77-2120BEE3F0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374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538EBC2-0B11-4732-8715-799409C4A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E01F74-DE1F-D06F-08DA-9C5BCC064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09140" cy="2838938"/>
          </a:xfrm>
        </p:spPr>
        <p:txBody>
          <a:bodyPr>
            <a:normAutofit/>
          </a:bodyPr>
          <a:lstStyle/>
          <a:p>
            <a:pPr algn="l"/>
            <a:r>
              <a:rPr lang="es-ES" sz="5600">
                <a:solidFill>
                  <a:srgbClr val="FFFFFF"/>
                </a:solidFill>
              </a:rPr>
              <a:t>Proyecto reserva de aulas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3DC195-9C92-45E2-B4B2-218121F28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4" y="3739764"/>
            <a:ext cx="4517954" cy="1198120"/>
          </a:xfrm>
        </p:spPr>
        <p:txBody>
          <a:bodyPr>
            <a:normAutofit/>
          </a:bodyPr>
          <a:lstStyle/>
          <a:p>
            <a:pPr algn="l"/>
            <a:r>
              <a:rPr lang="es-ES" sz="2000">
                <a:solidFill>
                  <a:srgbClr val="FFFFFF"/>
                </a:solidFill>
              </a:rPr>
              <a:t>Programacion, base de datos, entornos de desarrollo, lenguaje de marcas</a:t>
            </a:r>
          </a:p>
          <a:p>
            <a:pPr algn="l"/>
            <a:r>
              <a:rPr lang="es-ES" sz="2000">
                <a:solidFill>
                  <a:srgbClr val="FFFFFF"/>
                </a:solidFill>
              </a:rPr>
              <a:t>Sergio Ruiz Montesinos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64E8D0D7-1F94-C19C-E252-B20C98C61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0615" y="2364538"/>
            <a:ext cx="4006216" cy="394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0768" y="229592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9518" y="275600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8003" y="634483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037E81-939F-FCB7-0847-082416B241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9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919C0E-4C72-1D74-664C-FE717942E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Resumen ejecutivo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F0D34C61-3E6A-AA4E-E285-96B5B2F5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077" y="1887361"/>
            <a:ext cx="3217333" cy="317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48D35D-188A-2FA6-EFAA-EF7557510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Desarrollar una aplicación de consola para la gestión de reservas de puestos de estudio en aulas y del préstamo de equipos tecnológicos portátiles o tablets.</a:t>
            </a:r>
          </a:p>
          <a:p>
            <a:endParaRPr lang="es-ES">
              <a:solidFill>
                <a:schemeClr val="bg1"/>
              </a:solidFill>
            </a:endParaRP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13DA9701-BE35-1533-97D9-A5500300126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7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80603A-D2CC-10F0-F988-B78C258B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</a:rPr>
              <a:t>Introduccion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BA7CF7-BE8D-F8CE-83CB-56D6AACC1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6140449" cy="2862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>
                <a:solidFill>
                  <a:schemeClr val="bg1">
                    <a:alpha val="80000"/>
                  </a:schemeClr>
                </a:solidFill>
              </a:rPr>
              <a:t>El proyecto consiste en desarrollar una aplicación para la gestión de reservas de aulas y el control de prestamos de equipos como </a:t>
            </a:r>
            <a:r>
              <a:rPr lang="es-ES" sz="2400" dirty="0" err="1">
                <a:solidFill>
                  <a:schemeClr val="bg1">
                    <a:alpha val="80000"/>
                  </a:schemeClr>
                </a:solidFill>
              </a:rPr>
              <a:t>tablets</a:t>
            </a:r>
            <a:r>
              <a:rPr lang="es-ES" sz="2400" dirty="0">
                <a:solidFill>
                  <a:schemeClr val="bg1">
                    <a:alpha val="80000"/>
                  </a:schemeClr>
                </a:solidFill>
              </a:rPr>
              <a:t> y portátiles. La aplicación permite a alumnos y a profesores realizar reservas, gestionar préstamos. El sistema se a desarrollado en java. Además, guarda cada usuario que se crea en un archivo XML.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68920F-3C89-4780-A399-2A0099F4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4572000" cy="6858001"/>
            <a:chOff x="7620000" y="-1"/>
            <a:chExt cx="4572000" cy="6858001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6BC9098-A1F2-42B4-B3CE-C89D727FA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48048" y="0"/>
              <a:ext cx="4543952" cy="6858000"/>
              <a:chOff x="7648048" y="0"/>
              <a:chExt cx="4543952" cy="6858000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21BA563-EEB4-4E92-9277-DBB5C6315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99245BA-7784-4E0D-ABE1-A4FB596E4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442D6D-30A3-40EA-ADD8-5313A3BB9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20000" y="-1"/>
              <a:ext cx="874716" cy="6858001"/>
              <a:chOff x="7620000" y="-1"/>
              <a:chExt cx="874716" cy="685800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9E679B4-D12E-448A-8D8F-7183D6A2EE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17E3CDF-0144-4FB2-A798-156EC310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4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EE7CC267-FEC2-6B44-8694-462AA5F14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09025" y="2148825"/>
            <a:ext cx="2663825" cy="262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E651A93-77AD-60B9-4269-218FC457999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8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A26F2-62E5-5CE0-ADF2-0136158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funciona 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3E7FB161-5C11-3D26-175A-5C9BFDFA7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06" y="1690688"/>
            <a:ext cx="3057454" cy="1738312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671F878C-8A09-81F0-1316-CBA7FC837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905" y="1690688"/>
            <a:ext cx="2572109" cy="990738"/>
          </a:xfrm>
          <a:prstGeom prst="rect">
            <a:avLst/>
          </a:prstGeom>
        </p:spPr>
      </p:pic>
      <p:pic>
        <p:nvPicPr>
          <p:cNvPr id="9" name="Imagen 8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D2DC908-43D6-E211-91CC-A11C15456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462" y="1690688"/>
            <a:ext cx="2943636" cy="1038370"/>
          </a:xfrm>
          <a:prstGeom prst="rect">
            <a:avLst/>
          </a:prstGeom>
        </p:spPr>
      </p:pic>
      <p:pic>
        <p:nvPicPr>
          <p:cNvPr id="10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ED13C6D4-85AF-FBF2-8FCA-02BD95F63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6A54EC0-DFBE-4EB2-4B40-92C391636D2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8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9A430-5DB6-E0AD-C5ED-57478AD18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Donde se guardan los usuarios 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65F05075-0761-EE8E-94C7-E680CF5BB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624141"/>
            <a:ext cx="4618989" cy="4958073"/>
          </a:xfrm>
          <a:prstGeom prst="rect">
            <a:avLst/>
          </a:prstGeom>
        </p:spPr>
      </p:pic>
      <p:pic>
        <p:nvPicPr>
          <p:cNvPr id="6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7FA22A44-B81A-58D6-8B5B-442FA7CCE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6399A0D-92B3-79AA-72E6-7981D828E82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02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4E147-B342-8636-FB84-DDABBBF7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de la base de datos</a:t>
            </a:r>
          </a:p>
        </p:txBody>
      </p:sp>
      <p:pic>
        <p:nvPicPr>
          <p:cNvPr id="5" name="Imagen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06DEF597-B59D-828A-B732-FD129EF89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799" y="1330950"/>
            <a:ext cx="7264401" cy="5364489"/>
          </a:xfrm>
          <a:prstGeom prst="rect">
            <a:avLst/>
          </a:prstGeom>
        </p:spPr>
      </p:pic>
      <p:pic>
        <p:nvPicPr>
          <p:cNvPr id="6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4FB4D9A1-151A-6CD4-DCE1-0869BFFCB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200" y="5680526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5ECE97B-7664-4FFA-98AD-93C5EB8AD9C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5054" y="6158430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1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73907-518E-8162-FFE0-64E666A2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Repositorio de </a:t>
            </a:r>
            <a:r>
              <a:rPr lang="es-ES" dirty="0" err="1"/>
              <a:t>git</a:t>
            </a:r>
            <a:r>
              <a:rPr lang="es-ES" dirty="0"/>
              <a:t> </a:t>
            </a:r>
          </a:p>
        </p:txBody>
      </p:sp>
      <p:pic>
        <p:nvPicPr>
          <p:cNvPr id="5" name="Imagen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AC43DBB4-64F3-09B6-C7A0-896959BD0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1481995"/>
            <a:ext cx="9560560" cy="5244920"/>
          </a:xfrm>
          <a:prstGeom prst="rect">
            <a:avLst/>
          </a:prstGeom>
        </p:spPr>
      </p:pic>
      <p:pic>
        <p:nvPicPr>
          <p:cNvPr id="6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430A02BC-F5E6-5489-3DD2-BBDAC9379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200" y="5680526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936C584-AE2B-9AF5-019D-AEB7D500B72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5054" y="6158430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2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7FE3F3-5FAA-1DD2-9597-5819768BF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</a:rPr>
              <a:t>Casos de prueba realizados 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27D84F-C184-191D-652D-4107595EE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6140449" cy="2862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>
                <a:solidFill>
                  <a:schemeClr val="bg1">
                    <a:alpha val="80000"/>
                  </a:schemeClr>
                </a:solidFill>
              </a:rPr>
              <a:t>Los usuarios como alumno y profesor se crean correctamente y se guardan en el archivo XML, el sistema muestra un error al intentar poner datos incorrectos o incompletos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68920F-3C89-4780-A399-2A0099F4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4572000" cy="6858001"/>
            <a:chOff x="7620000" y="-1"/>
            <a:chExt cx="4572000" cy="6858001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6BC9098-A1F2-42B4-B3CE-C89D727FA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48048" y="0"/>
              <a:ext cx="4543952" cy="6858000"/>
              <a:chOff x="7648048" y="0"/>
              <a:chExt cx="4543952" cy="6858000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21BA563-EEB4-4E92-9277-DBB5C6315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99245BA-7784-4E0D-ABE1-A4FB596E4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442D6D-30A3-40EA-ADD8-5313A3BB9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20000" y="-1"/>
              <a:ext cx="874716" cy="6858001"/>
              <a:chOff x="7620000" y="-1"/>
              <a:chExt cx="874716" cy="685800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9E679B4-D12E-448A-8D8F-7183D6A2EE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17E3CDF-0144-4FB2-A798-156EC310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4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E523A826-8056-6048-8CE9-FD591D24C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09025" y="2148825"/>
            <a:ext cx="2663825" cy="262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0A4F368-FDE3-651A-F635-ECE3326F526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5054" y="6158430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3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FB62FD-3533-854E-DED8-9680B6FFA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s-ES" sz="4000"/>
              <a:t>Relaciones entre tablas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661278-5C2B-3374-2228-019029D5C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4744" cy="43034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/>
              <a:t>Usuarios-reserva 1:N= un usuario puede tener muchas reservas</a:t>
            </a:r>
          </a:p>
          <a:p>
            <a:pPr marL="0" indent="0">
              <a:buNone/>
            </a:pPr>
            <a:r>
              <a:rPr lang="es-ES" sz="2000"/>
              <a:t>Aula-reserva 1:N= un aula puede tener muchas reservas.</a:t>
            </a:r>
          </a:p>
          <a:p>
            <a:pPr marL="0" indent="0">
              <a:buNone/>
            </a:pPr>
            <a:r>
              <a:rPr lang="es-ES" sz="2000"/>
              <a:t>Usuarios-préstamo 1:N= un usuario puede tener muchos prestamos</a:t>
            </a:r>
          </a:p>
          <a:p>
            <a:pPr marL="0" indent="0">
              <a:buNone/>
            </a:pPr>
            <a:r>
              <a:rPr lang="es-ES" sz="2000"/>
              <a:t>Portatil-préstamo 1:N= un portátil puede estar en muchos prestamos.</a:t>
            </a:r>
          </a:p>
          <a:p>
            <a:pPr marL="0" indent="0">
              <a:buNone/>
            </a:pPr>
            <a:r>
              <a:rPr lang="es-ES" sz="2000"/>
              <a:t>Tablet-prestamos 1:N= una Tablet puede estar en muchos prestamos</a:t>
            </a:r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6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1315FC52-D37E-278C-6CE1-D865170FE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42"/>
          <a:stretch>
            <a:fillRect/>
          </a:stretch>
        </p:blipFill>
        <p:spPr bwMode="auto">
          <a:xfrm>
            <a:off x="7989293" y="1904282"/>
            <a:ext cx="3423093" cy="42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837910A-FD32-FEAE-93AB-E6AE37818E4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5054" y="6158430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1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AB2DDD-88D6-4318-2D6D-CB0381D2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s-ES" sz="5600"/>
              <a:t>Clases mas importantes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DDBDB0AF-C321-FB63-FAC6-3F292C32E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7770" y="1477393"/>
            <a:ext cx="3952579" cy="389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E44796-5672-88CC-3B86-9AF7C3CB7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367" y="2519793"/>
            <a:ext cx="4290024" cy="338489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1600" dirty="0">
                <a:solidFill>
                  <a:schemeClr val="tx1">
                    <a:alpha val="80000"/>
                  </a:schemeClr>
                </a:solidFill>
              </a:rPr>
              <a:t>Usuario (alumno y profesor): representa a las personas que usan el programa </a:t>
            </a:r>
          </a:p>
          <a:p>
            <a:pPr marL="0" indent="0">
              <a:buNone/>
            </a:pPr>
            <a:r>
              <a:rPr lang="es-ES" sz="1600" dirty="0">
                <a:solidFill>
                  <a:schemeClr val="tx1">
                    <a:alpha val="80000"/>
                  </a:schemeClr>
                </a:solidFill>
              </a:rPr>
              <a:t>Reserva: gestiona la asignación de un puesto a un usuario</a:t>
            </a:r>
          </a:p>
          <a:p>
            <a:pPr marL="0" indent="0">
              <a:buNone/>
            </a:pPr>
            <a:r>
              <a:rPr lang="es-ES" sz="1600" dirty="0">
                <a:solidFill>
                  <a:schemeClr val="tx1">
                    <a:alpha val="80000"/>
                  </a:schemeClr>
                </a:solidFill>
              </a:rPr>
              <a:t>Préstamo: controla la entrega y devolución de equipos.</a:t>
            </a:r>
          </a:p>
          <a:p>
            <a:pPr marL="0" indent="0">
              <a:buNone/>
            </a:pPr>
            <a:r>
              <a:rPr lang="es-ES" sz="1600" dirty="0">
                <a:solidFill>
                  <a:schemeClr val="tx1">
                    <a:alpha val="80000"/>
                  </a:schemeClr>
                </a:solidFill>
              </a:rPr>
              <a:t>Equipo (Tablet y portátil): dispositivos disponibles para préstamo.</a:t>
            </a:r>
          </a:p>
          <a:p>
            <a:pPr marL="0" indent="0">
              <a:buNone/>
            </a:pPr>
            <a:r>
              <a:rPr lang="es-ES" sz="1600" dirty="0">
                <a:solidFill>
                  <a:schemeClr val="tx1">
                    <a:alpha val="80000"/>
                  </a:schemeClr>
                </a:solidFill>
              </a:rPr>
              <a:t>Aula: espacio donde los usuarios pueden reservar para estudiar.</a:t>
            </a: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D63124E5-8401-738B-E554-FF0F27B4AE7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5054" y="6158430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1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538EBC2-0B11-4732-8715-799409C4A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7C609E-E969-526A-9CA4-F8AF51D2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043" y="590062"/>
            <a:ext cx="5309140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Gracias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4842EBB9-BAFC-6FBB-745D-4CE69CCD9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0615" y="2364538"/>
            <a:ext cx="4006216" cy="394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0768" y="229592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9518" y="275600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8003" y="634483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5BE6D4D-6687-77C3-69AF-FD432E4280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5054" y="6158430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447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16F45E011DB86469293DF92AFFE7F91" ma:contentTypeVersion="5" ma:contentTypeDescription="Crear nuevo documento." ma:contentTypeScope="" ma:versionID="4b22b301cef6d2cac7a39f24371215c4">
  <xsd:schema xmlns:xsd="http://www.w3.org/2001/XMLSchema" xmlns:xs="http://www.w3.org/2001/XMLSchema" xmlns:p="http://schemas.microsoft.com/office/2006/metadata/properties" xmlns:ns3="b7a13d42-ebcf-44be-b020-4691ffc1818a" targetNamespace="http://schemas.microsoft.com/office/2006/metadata/properties" ma:root="true" ma:fieldsID="a35dc77153e368624e10f7672ebd26ec" ns3:_="">
    <xsd:import namespace="b7a13d42-ebcf-44be-b020-4691ffc1818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13d42-ebcf-44be-b020-4691ffc1818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a13d42-ebcf-44be-b020-4691ffc1818a" xsi:nil="true"/>
  </documentManagement>
</p:properties>
</file>

<file path=customXml/itemProps1.xml><?xml version="1.0" encoding="utf-8"?>
<ds:datastoreItem xmlns:ds="http://schemas.openxmlformats.org/officeDocument/2006/customXml" ds:itemID="{1BF1DC50-2A04-4B53-9F0B-5542DD849A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a13d42-ebcf-44be-b020-4691ffc181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CCAA16-737A-4664-8EBE-FFDFCC11C2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518432-C7F7-4D7C-880C-61BC8FA4E9F0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b7a13d42-ebcf-44be-b020-4691ffc1818a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283</Words>
  <Application>Microsoft Office PowerPoint</Application>
  <PresentationFormat>Panorámica</PresentationFormat>
  <Paragraphs>26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Proyecto reserva de aulas </vt:lpstr>
      <vt:lpstr>Resumen ejecutivo</vt:lpstr>
      <vt:lpstr>Introduccion </vt:lpstr>
      <vt:lpstr>Como funciona </vt:lpstr>
      <vt:lpstr>Donde se guardan los usuarios </vt:lpstr>
      <vt:lpstr>Esquema de la base de datos</vt:lpstr>
      <vt:lpstr>Repositorio de git </vt:lpstr>
      <vt:lpstr>Casos de prueba realizados  </vt:lpstr>
      <vt:lpstr>Relaciones entre tablas </vt:lpstr>
      <vt:lpstr>Clases mas importantes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RUIZ MONTESINOS</dc:creator>
  <cp:lastModifiedBy>SERGIO RUIZ MONTESINOS</cp:lastModifiedBy>
  <cp:revision>1</cp:revision>
  <dcterms:created xsi:type="dcterms:W3CDTF">2026-02-24T16:27:47Z</dcterms:created>
  <dcterms:modified xsi:type="dcterms:W3CDTF">2026-02-24T22:08:29Z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0x010100716F45E011DB86469293DF92AFFE7F91</vt:lpwstr>
  </property>
</Properties>
</file>